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C1BC-625F-5539-7D3E-CF70F6E6B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0FB03-CC67-AC5E-5A5B-C087312A0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5D2E-7BDA-543C-B37D-2B0FA6D75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16E3A-24C9-DD5A-8A75-184541793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1EC5E-CF6B-B0F7-D4D5-08FB1231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2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8838-07BD-3678-6350-8362592F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7E1C4-0342-1688-943D-F0CEDB689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F3CD9-7546-9ADF-2BA0-5CE863AA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1E379-A768-D39C-713E-FEA76E43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59792-C572-995A-D78B-33321C2D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2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6CAE-076F-A9B0-72B6-9444256D7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AA5A0-878D-EB12-05B3-2BAFD54AA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4F1F0-FA04-B8E8-59AF-635020F4B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0804E-02CD-CDA9-A2A0-7B58FB3F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BDAE8-27DE-2B41-78FE-B09BF3B8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0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43DB-9162-8EB3-BB69-A7260641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AAA31-1241-4571-7101-3E51176BD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F5A0C-C668-BDDE-10FD-A6DA419A3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9F25E-4B0F-0477-0DAF-6B865B054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B1A1F-2A4C-E668-58E7-72527F45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099F1-DB92-A2A3-1F28-BED5FE8A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3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F323-B9D0-007F-0F60-01783D34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F0E1F-4DC4-C293-7BEA-EBA979F65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68E4E-0899-27CC-D694-A7AD51DC7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15596-4744-2A25-D57C-0C14BA672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341434-030F-3117-6DD9-3752DC02E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B23C6B-DB3F-CE22-F6CE-3E37CC13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EBA7B-1A46-EB34-B993-28A1A640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3465E-9ED0-A7C1-05EB-49D6AE79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5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4DFE1-BDD2-8813-ED62-76A662B9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1D5A2-A1E3-0E81-E01A-FD4283B9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F7A39-0E66-36AC-6F93-B1D83E68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D61F-E580-406D-2C61-8CF65E38C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45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4F20D4-269B-4AEB-27F7-CA3C70D5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889C4-4A3F-97D9-AA12-1F642195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3C219-5B79-C3C8-9A94-D1173AA1C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3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7097-3036-6B5B-42CE-8693A3C5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CE646-C16F-CE86-02B1-0F539037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92C73-E6E5-6646-0D76-C9402CA28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E13AD-767B-DCAB-F356-C27E4D60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DAB73-4047-92E5-E89C-B857E1A9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0899E-36BF-2B59-79D4-CFAE56C7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6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334B-BCA2-345B-A148-CDCA3B05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80AB4-E343-969D-AFF1-A98989CD3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68687-B323-F005-0D4F-6A1CE4AE3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29C95-231D-210E-2D52-41A67DDF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4CA89-F7BB-776A-8EEC-1FEFB4589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117A5-BA52-FFDC-C462-C40DED13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7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C4A5-E71E-7D6A-993C-29DEB539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8370A-B0F1-DFCC-953C-EC86942B7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321C4-4A4C-FC0B-E439-29DC12B8D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B9FBA-B423-2206-B14A-53F16C9A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DE9CB-AA1C-CC2E-6F5C-56AE4A85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1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919D2C-01F8-B37B-B5FA-7AB4623E0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8EE07-C379-FEA5-61C0-E96A1B83E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9EBCE-C962-50FF-7762-D8CDACA4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9195E-E9A4-0FDE-5B22-CB2C6097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B60D3-ADF8-26B4-AC8B-46B3AD6A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4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9DDB44-A9ED-D34F-479E-3F5BDE8B5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D6CFD-34F4-11E1-2DA3-189B9ED7E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A352E-F5C6-86D0-EDBD-5863DF74C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F7FAD-9BD7-468F-AB7C-1D08FF54439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C1723-7CB1-AEC2-FCB4-6ED398386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3776C-47EB-DAC8-F882-5EE19125C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344F0-2D3E-46CC-84AF-0B2BFA5A9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2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A2282D-5446-844C-A5A6-BF07DB720036}"/>
              </a:ext>
            </a:extLst>
          </p:cNvPr>
          <p:cNvSpPr txBox="1"/>
          <p:nvPr/>
        </p:nvSpPr>
        <p:spPr>
          <a:xfrm>
            <a:off x="1380225" y="1173193"/>
            <a:ext cx="40457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Question: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- Total Profit &amp; Sales Over Time</a:t>
            </a:r>
            <a:br>
              <a:rPr lang="en-US" dirty="0"/>
            </a:br>
            <a:r>
              <a:rPr lang="en-US" dirty="0"/>
              <a:t>        -  Sales &amp; Profit by Item</a:t>
            </a:r>
            <a:br>
              <a:rPr lang="en-US" dirty="0"/>
            </a:br>
            <a:r>
              <a:rPr lang="en-US" dirty="0"/>
              <a:t>        - Profit &amp; Sales By State</a:t>
            </a:r>
          </a:p>
        </p:txBody>
      </p:sp>
    </p:spTree>
    <p:extLst>
      <p:ext uri="{BB962C8B-B14F-4D97-AF65-F5344CB8AC3E}">
        <p14:creationId xmlns:p14="http://schemas.microsoft.com/office/powerpoint/2010/main" val="332637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7CA11-0108-6D53-52FF-0DB327B94FD1}"/>
              </a:ext>
            </a:extLst>
          </p:cNvPr>
          <p:cNvSpPr/>
          <p:nvPr/>
        </p:nvSpPr>
        <p:spPr>
          <a:xfrm>
            <a:off x="94891" y="94891"/>
            <a:ext cx="12033849" cy="871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586D28-E37F-F13E-8806-6DE53DC04B9C}"/>
              </a:ext>
            </a:extLst>
          </p:cNvPr>
          <p:cNvSpPr/>
          <p:nvPr/>
        </p:nvSpPr>
        <p:spPr>
          <a:xfrm>
            <a:off x="94891" y="1052422"/>
            <a:ext cx="1500996" cy="4497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879D46-5A84-F122-69B7-D94E52FB2F45}"/>
              </a:ext>
            </a:extLst>
          </p:cNvPr>
          <p:cNvSpPr/>
          <p:nvPr/>
        </p:nvSpPr>
        <p:spPr>
          <a:xfrm>
            <a:off x="1877683" y="1052422"/>
            <a:ext cx="2349260" cy="1095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6AE86-9A56-2AE9-D29B-2071473D5B73}"/>
              </a:ext>
            </a:extLst>
          </p:cNvPr>
          <p:cNvSpPr/>
          <p:nvPr/>
        </p:nvSpPr>
        <p:spPr>
          <a:xfrm>
            <a:off x="6676845" y="1052422"/>
            <a:ext cx="2501661" cy="1095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0FFD4-13C7-0DE1-F37D-A5948627BACB}"/>
              </a:ext>
            </a:extLst>
          </p:cNvPr>
          <p:cNvSpPr/>
          <p:nvPr/>
        </p:nvSpPr>
        <p:spPr>
          <a:xfrm>
            <a:off x="4327586" y="1052422"/>
            <a:ext cx="2047334" cy="1095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CEE7BA-B90C-98F9-F2A7-DB4FBFDE1175}"/>
              </a:ext>
            </a:extLst>
          </p:cNvPr>
          <p:cNvSpPr/>
          <p:nvPr/>
        </p:nvSpPr>
        <p:spPr>
          <a:xfrm>
            <a:off x="9333781" y="1052422"/>
            <a:ext cx="2122098" cy="1095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A091DB-17ED-2335-B011-AD012034C042}"/>
              </a:ext>
            </a:extLst>
          </p:cNvPr>
          <p:cNvSpPr/>
          <p:nvPr/>
        </p:nvSpPr>
        <p:spPr>
          <a:xfrm>
            <a:off x="1877683" y="2234240"/>
            <a:ext cx="4497237" cy="1492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CD0FCA-B323-0367-38E4-AAD6A745FFDC}"/>
              </a:ext>
            </a:extLst>
          </p:cNvPr>
          <p:cNvSpPr/>
          <p:nvPr/>
        </p:nvSpPr>
        <p:spPr>
          <a:xfrm>
            <a:off x="1877683" y="3812875"/>
            <a:ext cx="4497237" cy="1613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FB242F-44B4-8678-8354-5D48F356FFD8}"/>
              </a:ext>
            </a:extLst>
          </p:cNvPr>
          <p:cNvSpPr/>
          <p:nvPr/>
        </p:nvSpPr>
        <p:spPr>
          <a:xfrm>
            <a:off x="6656716" y="2274494"/>
            <a:ext cx="4799163" cy="3082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70BB94-0332-F18A-CF06-F7152F07439B}"/>
              </a:ext>
            </a:extLst>
          </p:cNvPr>
          <p:cNvSpPr/>
          <p:nvPr/>
        </p:nvSpPr>
        <p:spPr>
          <a:xfrm>
            <a:off x="284672" y="616788"/>
            <a:ext cx="1897811" cy="258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Report Title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2ACB33-27E1-B606-F93D-F89D8F098D83}"/>
              </a:ext>
            </a:extLst>
          </p:cNvPr>
          <p:cNvSpPr/>
          <p:nvPr/>
        </p:nvSpPr>
        <p:spPr>
          <a:xfrm>
            <a:off x="284672" y="263103"/>
            <a:ext cx="1063924" cy="2674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BEE773-F017-99FD-4941-88FA78F9C3AC}"/>
              </a:ext>
            </a:extLst>
          </p:cNvPr>
          <p:cNvSpPr/>
          <p:nvPr/>
        </p:nvSpPr>
        <p:spPr>
          <a:xfrm>
            <a:off x="2395268" y="616788"/>
            <a:ext cx="9578196" cy="258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 – Profit - Details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CA2ED9-E365-5732-95E6-081C3A31C6B1}"/>
              </a:ext>
            </a:extLst>
          </p:cNvPr>
          <p:cNvSpPr/>
          <p:nvPr/>
        </p:nvSpPr>
        <p:spPr>
          <a:xfrm>
            <a:off x="284672" y="1130056"/>
            <a:ext cx="1063924" cy="2674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Filters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81164E-191A-859B-A970-4D956CD87591}"/>
              </a:ext>
            </a:extLst>
          </p:cNvPr>
          <p:cNvSpPr/>
          <p:nvPr/>
        </p:nvSpPr>
        <p:spPr>
          <a:xfrm>
            <a:off x="2416836" y="1124295"/>
            <a:ext cx="1063924" cy="2674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D0AA78-BF0C-674D-07BA-64B47C3547CF}"/>
              </a:ext>
            </a:extLst>
          </p:cNvPr>
          <p:cNvSpPr/>
          <p:nvPr/>
        </p:nvSpPr>
        <p:spPr>
          <a:xfrm>
            <a:off x="4701397" y="1130056"/>
            <a:ext cx="1063924" cy="2674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CB2213-6F3D-0FE3-26A7-1011BE903613}"/>
              </a:ext>
            </a:extLst>
          </p:cNvPr>
          <p:cNvSpPr/>
          <p:nvPr/>
        </p:nvSpPr>
        <p:spPr>
          <a:xfrm>
            <a:off x="6862312" y="1124295"/>
            <a:ext cx="2130726" cy="2674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Chiller Sales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BF5AE2-F4C7-F3BF-BE6E-7772E7CB20E7}"/>
              </a:ext>
            </a:extLst>
          </p:cNvPr>
          <p:cNvSpPr/>
          <p:nvPr/>
        </p:nvSpPr>
        <p:spPr>
          <a:xfrm>
            <a:off x="9480431" y="1145865"/>
            <a:ext cx="1521124" cy="2674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Dry Sales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39A109-9B46-8CEE-63E2-F33706123671}"/>
              </a:ext>
            </a:extLst>
          </p:cNvPr>
          <p:cNvSpPr/>
          <p:nvPr/>
        </p:nvSpPr>
        <p:spPr>
          <a:xfrm>
            <a:off x="2120423" y="2389515"/>
            <a:ext cx="4031886" cy="2674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Toral Sales Over 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B413D5-AFA0-D013-72C0-80A11EE6F024}"/>
              </a:ext>
            </a:extLst>
          </p:cNvPr>
          <p:cNvSpPr/>
          <p:nvPr/>
        </p:nvSpPr>
        <p:spPr>
          <a:xfrm>
            <a:off x="2064114" y="3860317"/>
            <a:ext cx="4031886" cy="2674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 By State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81A74F-CABD-2A36-267C-4004F78CFC65}"/>
              </a:ext>
            </a:extLst>
          </p:cNvPr>
          <p:cNvSpPr/>
          <p:nvPr/>
        </p:nvSpPr>
        <p:spPr>
          <a:xfrm>
            <a:off x="7040354" y="2389514"/>
            <a:ext cx="4031886" cy="2674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Sales By Item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67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52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ayman</dc:creator>
  <cp:lastModifiedBy>m ayman</cp:lastModifiedBy>
  <cp:revision>2</cp:revision>
  <dcterms:created xsi:type="dcterms:W3CDTF">2026-05-01T11:30:38Z</dcterms:created>
  <dcterms:modified xsi:type="dcterms:W3CDTF">2026-05-02T17:43:10Z</dcterms:modified>
</cp:coreProperties>
</file>